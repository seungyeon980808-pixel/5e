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5E Physics Drawing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A5A5A"/>
                </a:solidFill>
                <a:latin typeface="Malgun Gothic"/>
              </a:defRPr>
            </a:pPr>
            <a:r>
              <a:t>?? ??? 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??/?? ???? ?? ??? ?? ? ??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Developed by ??? | SMOE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 ?? ?? ??: v0.36.1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 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??/?? ?????? ???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 ???? ?? ??? 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PNG ?? SVG? ??? ???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??: ??? ???/?? ???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???: SVG ???, ???, ??, ???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???: ?? ?? ?? ????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??: ??, ??, ?? ??/?? ??, ?? 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 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??(L), ???(P), ??(C), ?????(F)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???(S), ??(O), ?????(Y)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?(N), ???(X), ?? ?(A), ?? ??(Shift+G)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??/??/??/???? ??? ?????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?, ???,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 ? ???? ???? ???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?????? ???, ???, ?? ???, ?? ????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????? ?? ??? ?? 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Ctrl? ??? 15? ???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??(T)? ?? ??? ?? ??? ????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?, ??, ???, ??/?? ???? ??? ?? 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???(Shift+T)? ???? ?? ??? 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????, F2/Enter, ?????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Shift? ?? ? ????? ??? ????? ??? ?/???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 ??, ?? ??, ?? ?? ??? ?? 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 ?? ?? ?? ???????.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????? ???? ???? ??? ??? ? 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??, ?? ??,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??(V)? ??? ????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???? ??? 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??(R)?? ??? ??? ????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??/?? ??? ??????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???? PNG ?? SVG?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PNG? 200/300/400 dpi? ??? 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 ??? ???? 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???? YYYYMMDD_HHmm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??/????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 ??? ?? ??? JSON ??? ???????.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 ????? ??? JSON? ?? 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 ???? ??? 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 JSON ??? PNG/SVG ????? ?? 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 ???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???? ???? ?? ?? 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 ??? ?? ???? ??? ??? 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???? ?? ??(V)? 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 ???? ?? F2/Enter?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??? ?? 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 ????? ??? 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Shift ??? ???? ???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 ????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??? ?? ?? ????? 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 ?? ??: ??? ? ?? ??? ?? 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 ?? ?????. ?? ?? API ??? ???? ??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 ???? API ?? ?? CV? ?? ??? ?? ? 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???? ??? ??? ?? ???? ?? ?????.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???? workflow? ?? ???? PNG/SVG ???????.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3750"/>
                </a:solidFill>
                <a:latin typeface="Malgun Gothic"/>
              </a:defRPr>
            </a:pPr>
            <a:r>
              <a:t>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Developed by ??? | SMOE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?? ??: v0.36.1 ?? ?? ???</a:t>
            </a:r>
          </a:p>
          <a:p>
            <a:pPr>
              <a:spcAft>
                <a:spcPts val="800"/>
              </a:spcAft>
              <a:defRPr sz="1900">
                <a:latin typeface="Malgun Gothic"/>
              </a:defRPr>
            </a:pPr>
            <a:r>
              <a:t>? ???? ?? ?? ??? ???? ???????.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87878"/>
                </a:solidFill>
                <a:latin typeface="Malgun Gothic"/>
              </a:defRPr>
            </a:pPr>
            <a:r>
              <a:t>5E Physics Drawing Web | Developed by ??? | SMOE | v0.36.1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